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FF172-7283-10A9-FCED-A8A4CBA0E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9527AF-3AA5-51ED-44F1-E387C4916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2F1614-AE9C-E8AE-8B6E-7DD5F345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005DB1-AFCD-E267-8987-296BBC91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5D3510-81A4-BD02-DBAB-5A634033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11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E4F20-51A3-64B1-9DB6-DAD71C9B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FDF80-E302-2182-78D9-41437C52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8DFB5F-E0D8-F4AB-1EDF-CCFED710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DD967-C505-82AB-4607-2CCA06E3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EF2E79-575D-2CA5-467F-AB5A2221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05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15B6A-0611-E96D-1978-47D659B3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12B3B7-34A5-7FE9-AF51-9CEE5A8F4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A9A756-53E5-FAA7-05F8-DB02E267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B5C768-E7E9-A58B-A33C-F042A263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0FC3D6-BB90-BD15-078F-DCFF10C5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500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39550-F22B-A6B5-78F3-03DA13AF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DB93E9-552A-FF83-6927-37A7959FD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3C9F45-2606-9B2E-EA4E-DDC4994DD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6D88AE-DE22-A7AF-B618-7C122670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0A14AE-3FCE-F294-95D0-26E5AA7D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B82D2E-6D1C-2BB4-7F2F-16ECD2C8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003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DAA7C-4EFF-4AC4-49B0-BF77A2E6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862B2C-B587-D079-014E-7C3D5DA77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5ABD8C-7913-719D-44F1-955EBB4D7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782CC4-1235-F813-4021-A64BA95C4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7FABE5-02D4-8774-FE20-BC725B30C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968BB6-5207-9F20-1E78-8D72218B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750698-E617-55DA-09F9-4A1CA232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1BD374-9A18-616A-B2B8-915F9C9E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82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25439-1262-B802-7EF3-B0921B9B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6044B4-011F-6B2E-195E-0E0C0037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4880CB-76C4-791A-2B78-7CD94083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973E04-23A6-8785-8A6D-CBF5A85D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58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E06B4C7-8048-20B5-0E4C-FEFC5E9F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7FD713-4DFA-4FCB-5336-3A729B25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B05BF6-D38B-0451-6B05-C04DFCD5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73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43337-0F3E-9F8B-FD44-FADF7B74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78F10A-22C2-3C23-635F-86C3EE7A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C4B227-7865-6D4A-1B4C-B6202EA0B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86616-62B6-C760-69F9-AE6355CF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4AE7C8-4473-82B7-131C-7476D51A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417137-0C0E-CBC6-0E95-D2F81E92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23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F7EA3-11A2-42CE-22C6-1B5D83F7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7E212B-209D-9201-AFB5-5AE7736C0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9AD953-BCC8-CAD1-CB7D-8855B7334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942002-A140-EFDC-937E-C186FF04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3470A0-41D2-EC23-D352-C88F6752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7766E5-F08A-32D1-7A62-B0A39DE1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303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42203-5BF1-D9DC-B0F2-B48EA186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762AAF-DBF9-2550-D43D-2A7E85CE1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3BB766-E0C3-539B-F459-FF880A26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889564-99B8-964B-A8EB-3BC6D868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8CB8A-C412-B3AE-B8D5-FB554FB8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50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CEB65D-A9CD-9208-1CD6-9CFFAD306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E39947-FF48-D09F-8977-AA6E8E49A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16DDDA-D363-CE79-421A-976084E1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9FB952-1DA9-9D41-9DB5-D3958878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2C4A75-B002-4284-D663-1731AAC6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37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A9A87A-A689-1B0C-7588-4B57EB49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AD0206-FFF5-4576-292B-64C7D269E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A071AB-C4DC-CADC-676A-B63B2D8C4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B06BC-E3C9-4748-AEC7-57B41FA91BD4}" type="datetimeFigureOut">
              <a:rPr lang="es-ES" smtClean="0"/>
              <a:t>10/12/2024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43DF7-2A84-F428-BAA5-92DBEE791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F232C-016C-03EA-3FD6-66433D638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5EA57-2C99-4F13-AE58-5205FB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995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rpena@ufl.edu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54F9A845-6CF2-37B2-8CFE-693E6F42AA3D}"/>
              </a:ext>
            </a:extLst>
          </p:cNvPr>
          <p:cNvSpPr/>
          <p:nvPr/>
        </p:nvSpPr>
        <p:spPr>
          <a:xfrm>
            <a:off x="309716" y="648929"/>
            <a:ext cx="11381103" cy="5301112"/>
          </a:xfrm>
          <a:prstGeom prst="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Vegetative Filter Strip Modeling System (VFSMOD-W)">
            <a:extLst>
              <a:ext uri="{FF2B5EF4-FFF2-40B4-BE49-F238E27FC236}">
                <a16:creationId xmlns:a16="http://schemas.microsoft.com/office/drawing/2014/main" id="{343E4083-321E-4379-1FA5-E36E4EA0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81" y="907959"/>
            <a:ext cx="5849000" cy="454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474462C-6245-621C-819F-84C5574C707F}"/>
              </a:ext>
            </a:extLst>
          </p:cNvPr>
          <p:cNvSpPr txBox="1"/>
          <p:nvPr/>
        </p:nvSpPr>
        <p:spPr>
          <a:xfrm>
            <a:off x="6482914" y="1400819"/>
            <a:ext cx="5168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Grafical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User Interface for VFSMOD and UH</a:t>
            </a:r>
          </a:p>
          <a:p>
            <a:r>
              <a:rPr lang="en-US" b="1" dirty="0">
                <a:latin typeface="Times New Roman" panose="02020603050405020304" pitchFamily="18" charset="0"/>
              </a:rPr>
              <a:t>Model developers</a:t>
            </a:r>
            <a:r>
              <a:rPr lang="en-US" dirty="0">
                <a:latin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</a:rPr>
              <a:t>-Rafael Muñoz-Carpena, University of Florida</a:t>
            </a:r>
          </a:p>
          <a:p>
            <a:r>
              <a:rPr lang="en-US" dirty="0">
                <a:latin typeface="Times New Roman" panose="02020603050405020304" pitchFamily="18" charset="0"/>
              </a:rPr>
              <a:t>-John E. Parsons, North Carolina State University</a:t>
            </a:r>
          </a:p>
          <a:p>
            <a:r>
              <a:rPr lang="en-US" b="1" dirty="0">
                <a:latin typeface="Times New Roman" panose="02020603050405020304" pitchFamily="18" charset="0"/>
              </a:rPr>
              <a:t>GUI developer</a:t>
            </a:r>
            <a:r>
              <a:rPr lang="en-US" dirty="0">
                <a:latin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</a:rPr>
              <a:t>-Iñigo Barberena Ruiz, Public University of Navarre</a:t>
            </a:r>
          </a:p>
          <a:p>
            <a:r>
              <a:rPr lang="en-US" dirty="0">
                <a:latin typeface="Times New Roman" panose="02020603050405020304" pitchFamily="18" charset="0"/>
              </a:rPr>
              <a:t>Version 1.0.0</a:t>
            </a:r>
          </a:p>
          <a:p>
            <a:r>
              <a:rPr lang="en-US" dirty="0">
                <a:latin typeface="Times New Roman" panose="02020603050405020304" pitchFamily="18" charset="0"/>
              </a:rPr>
              <a:t>Contact for Questions or Problems: </a:t>
            </a:r>
            <a:r>
              <a:rPr lang="en-US" dirty="0">
                <a:latin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carpena@ufl.edu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s-ES" b="1" dirty="0" err="1">
                <a:latin typeface="Times New Roman" panose="02020603050405020304" pitchFamily="18" charset="0"/>
              </a:rPr>
              <a:t>Attribution-NonCommercial-NoDerivatives</a:t>
            </a:r>
            <a:r>
              <a:rPr lang="es-ES" b="1" dirty="0">
                <a:latin typeface="Times New Roman" panose="02020603050405020304" pitchFamily="18" charset="0"/>
              </a:rPr>
              <a:t> 4.0 International </a:t>
            </a:r>
            <a:r>
              <a:rPr lang="es-ES" dirty="0" err="1">
                <a:latin typeface="Times New Roman" panose="02020603050405020304" pitchFamily="18" charset="0"/>
              </a:rPr>
              <a:t>Licence</a:t>
            </a:r>
            <a:endParaRPr lang="es-ES" dirty="0">
              <a:latin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</a:rPr>
              <a:t>Copyright 2024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0876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58</Words>
  <Application>Microsoft Office PowerPoint</Application>
  <PresentationFormat>Panorámica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Iñigo Barberena Ruiz</dc:creator>
  <cp:lastModifiedBy>Iñigo Barberena Ruiz</cp:lastModifiedBy>
  <cp:revision>1</cp:revision>
  <dcterms:created xsi:type="dcterms:W3CDTF">2024-12-10T18:45:46Z</dcterms:created>
  <dcterms:modified xsi:type="dcterms:W3CDTF">2024-12-10T22:06:16Z</dcterms:modified>
</cp:coreProperties>
</file>